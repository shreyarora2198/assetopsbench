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[Replace with your actual metric]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6F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Latency (ms)</c:v>
                  </c:pt>
                  <c:pt idx="1">
                    <c:v>Memory (GB)</c:v>
                  </c:pt>
                  <c:pt idx="2">
                    <c:v>Throughput (× scaled)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C75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Latency (ms)</c:v>
                  </c:pt>
                  <c:pt idx="1">
                    <c:v>Memory (GB)</c:v>
                  </c:pt>
                  <c:pt idx="2">
                    <c:v>Throughput (× scaled)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35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Final Project  ·  Spring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Skill-Augmented Agents on AssetOpsBench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Deep-TSFM gating skips expensive ML inference on ~50% of high-confidence fault-diagnosis tasks — at parity tool-call efficiency.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14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Mazeeva  ·  vmm2146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 Arora  ·  ska2153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Abbaszadeh  ·  ma4845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Sanskruti Shejwal  ·  ss7561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github.com/shreyarora2198/AssetOpsBench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 team14-final  ·  Dataset:  ibm-research/AssetOpsBench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Kaoutar El Maghraoui  ·  Columbia University  ·  Week of May 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1 minute.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O&amp;M agents diagnose chiller, AHU, motor and pump failures from live sensor streams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Deep-TSFM call runs ML statistical inference on time-series data — the most expensive step in the agent loop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AssetOpsBench pipelines invoke Deep TSFM on every fault-diagnosis task, even when FMSR is already confident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expensive Deep-TSFM invocations in multi-agent industrial diagnosis pipelines via a skill abstraction layer and FMSR-confidence-gated execution.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Goal: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Deep TSFM on ≥50% of high-confidence fault-diagnosis tasks at parity diagnostic outcome across 141 AssetOpsBench scenarios.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Model &amp;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~1 min of the 3-min approach section.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system: LLM Planner (WatsonX llama-4-maverick-17b-128e-fp8) + deterministic Skill Executor + 4 MCP tool agents (IoT, FMSR, TSFM, WO). Knowledge plugins inject sensor metadata, failure modes, operating ranges, and maintenance policies per skill.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44568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AssetOpsBench v1.0 (ibm-research/AssetOpsBench, Apache-2.0) — 141 industrial scenarios over Chillers, AHUs, Motors, Pumps, Bearings; 4 task categories: fault diagnosis, anomaly detection, forecasting, metadata. We evaluate a 54-scenario stratified subset.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3336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M-series CPU (no local GPU). WatsonX cloud LLM endpoint for Planner and EvaluationAgent judge (llama-3-3-70b-instruct). IBM Granite TinyTimeMixer for Deep TSFM. Stack: Python 3.12, MCP/stdio, LiteLLM, FastMCP, uv.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Optimizations Applied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~2 min. Name each optimization, give a 1-line intuition for why it should help.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Abstraction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ad-hoc step-by-step LLM tool selection with a deterministic, auditable executor over reusable multi-step skills (data retrieval, anomaly detection, root-cause analysis, forecasting, work order).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Plugin Injection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Per-skill targeted retrieval — only the failure-mode catalogue and sensor metadata each skill actually needs reach the LLM. Keeps context windows lean and reduces hallucinated tool arguments.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Deep TSFM (θ=0.8)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5212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expensive Deep-TSFM statistical validation only when FMSR’s first-pass diagnosis confidence falls below θ. High-confidence diagnoses skip straight to work-order generation.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used, what you measured, how you ensured measurements are stable.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trajectory_log.py — per-step tool / args / response / latency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get_trajectories/analyze_tsfm.py — TSFM redundancy auditor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EvaluationAgent (llama-3-3-70b-instruct) LLM judge on 6 dimensions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score_ablation.py + eval_runner.py — 12-condition ablation harness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captured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per task and end-to-end latency per scenario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Deep-TSFM invocation rate per condition and per 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FMSR diagnosis confidence (pre and post Deep TSFM)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skipped: conditional vs early-stop (tracked separately)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6-dim scores: task completion, data retrieval, result verification, sequence, clarity, hallucinations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Headline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numbers up front. Replace with your measured improvements.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Deep-TSFM calls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→ 50% on fault-diag (F vs E, θ=0.8)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15968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mean tool calls / 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5968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 → 3.02 (F vs E, θ=0.8)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74736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174736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mean end-to-end latency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74736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13.64s → 13.49s (F vs E, θ=0.8)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over 54 scenarios per condition (12 conditions × 54 = 648 rows). LLM-judge accuracy comparison pending the May 4 scoring run.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Before vs.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real plot from your tracking dashboard or paste in actual measurements below.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71323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22860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Deep-TSFM gating cuts the most expensive component (~50% on fault-diag) without inflating total tool-call count.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gains from skill structure (D vs B/C) and confidence gating (E vs F); knowledge plugins reduce token cost more than wall-clock latency.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θ-sweep shows accuracy/efficiency tradeoff: θ=0.5 skips Deep TSFM 0%; θ=0.95 skips it ~48%. θ=0.8 is the sweet spot.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profiler trace screenshot, GPU timeline, or operator-level breakdown image.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TSFM-redundancy bar chart from src/get_trajectories/plot_results.py (leaderboard.png in repo)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582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228600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Deep-TSFM ML-inference latency dominates fault-diag tasks under unconditional Condition 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FMSR-only path skips Deep-TSFM on ~50% of fault-diag scenarios when θ=0.8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latency on gated tasks drops sharply; overall mean -1.1% across all categories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plugins replace bulk metadata dumps with targeted per-skill retrieval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Visualization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1 minute. Live demo, animated comparison, or short recorded clip.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Demo: trajectory replay — same fault-diag query under Condition F (always-deep) vs Condition E (gated)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291840"/>
            <a:ext cx="7616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static screenshots of trajectory_log.py output for both conditions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scenario set + cached sensor data — no CouchDB cold-start on stage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FMSR confidence score, gating decision, and downstream skip-vs-run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1 minute. What surprised you? What didn't work? Be honest.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abstraction made the executor deterministic and trajectories diff-able across conditions.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gating at θ=0.8 hit ~50% Deep-TSFM skip rate — matching the redundancy audit’s prediction.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AssetOpsBench’s native EvaluationAgent prompt avoided judge-prompt design overhead.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 as “ReAct”: implementation is a static unconditional pipeline. We relabeled it “static tool baseline” rather than rewriting.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FMSR confidence proxy (heuristic until FMSR exposes native scores) is the largest source of measurement noise; future work: learned calibrator.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θ=0.85 in code drifted from the proposal’s {0.7, 0.8, 0.9} sweep. We expanded the sweep to {0.5–0.95}.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30 seconds. Be specific — vague "more experiments" is not next steps.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FMSR confidence heuristic with a learned calibrator trained on baseline trajectories — adaptive θ by asset type and failure mode.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54-scenario subset to all 141 scenarios and complete the LLM-judge cycle for every task category.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skill/knowledge layer transfer to other AssetOpsBench domains (Pumps, Bearings, Engines) without per-asset re-tuning?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30 seconds. Who did what. Required slide — graded individually.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2336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contributions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artifacts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 Mazeeva (vmm2146)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abstraction layer, knowledge plugins, confidence evaluator; new WO MCP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src/skills-knowledge-agent/, src/servers/wo/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Shrey Arora (ska2153)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WatsonX EvaluationAgent judge, branch integration, ablation scoring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run_evaluation.py, score_ablation.py, team14-final integration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Sanskruti Shejwal (ss7561)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150-scenario trajectory dump, TSFM redundancy auditor, auxiliary 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src/get_trajectories/, trajectories/, tsfm_report.{csv,json}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 Abbaszadeh (ma4845)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experiments, results analysis, report drafting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main.tex, eval_results/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weekly team syncs, shared GitHub fork (4 feature branches → team14-final integration branch), code review on every merge.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github.com/shreyarora2198/AssetOpsBench  (branch: team14-final)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results:  eval_results/, trajectories/, tsfm_report.{csv,json}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slide. Use for Q&amp;A. Add more backup slides as needed.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023360"/>
                <a:gridCol w="40507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(F: always-deep)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(E: θ=0.8)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 per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llama-4-maverick-17b-128e-fp8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llama-4-maverick-17b-128e-fp8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threshold 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(always-deep)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= 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in ablation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(A, B, C, D, E×7θ, 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(A, B, C, D, E×7θ, 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runs per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(Apple M-series CPU) + WatsonX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(Apple M-series CPU) + WatsonX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3.12, MCP/stdio, LiteLLM, IBM Granite TTM, FastMCP, 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3.12, MCP/stdio, LiteLLM, IBM Granite TTM, FastMCP, 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Final Project — Presentation Template</dc:title>
  <dc:subject>HPML Spring 2026</dc:subject>
  <dc:creator>Dr. Kaoutar El Maghraoui</dc:creator>
  <cp:lastModifiedBy>Dr. Kaoutar El Maghraoui</cp:lastModifiedBy>
  <cp:revision>1</cp:revision>
  <dcterms:created xsi:type="dcterms:W3CDTF">2026-05-03T03:17:50Z</dcterms:created>
  <dcterms:modified xsi:type="dcterms:W3CDTF">2026-05-03T03:17:50Z</dcterms:modified>
</cp:coreProperties>
</file>